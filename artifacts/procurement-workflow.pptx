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Segoe UI"/>
              </a:rPr>
              <a:t>End-to-End PPA-Compliant Procurement Workflow</a:t>
            </a:r>
          </a:p>
        </p:txBody>
      </p:sp>
      <p:pic>
        <p:nvPicPr>
          <p:cNvPr id="3" name="Picture 2" descr="procurement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3319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B7280"/>
                </a:solidFill>
                <a:latin typeface="Segoe UI"/>
              </a:rPr>
              <a:t>Source: workflow_and_architecture_diagram_references.md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